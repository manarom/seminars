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0" r:id="rId5"/>
    <p:sldId id="258" r:id="rId6"/>
    <p:sldId id="264" r:id="rId7"/>
    <p:sldId id="262" r:id="rId8"/>
    <p:sldId id="265" r:id="rId9"/>
    <p:sldId id="263" r:id="rId10"/>
    <p:sldId id="268" r:id="rId11"/>
    <p:sldId id="267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61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594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57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95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738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88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086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623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41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62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07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754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9003E-A3D9-441F-A159-D43D7BE5B659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2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32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2483792" y="2570056"/>
            <a:ext cx="288032" cy="1659216"/>
            <a:chOff x="2483792" y="2599392"/>
            <a:chExt cx="288032" cy="1659216"/>
          </a:xfrm>
        </p:grpSpPr>
        <p:sp>
          <p:nvSpPr>
            <p:cNvPr id="4" name="Oval 3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275868" y="2570056"/>
            <a:ext cx="288032" cy="1659216"/>
            <a:chOff x="2483792" y="2599392"/>
            <a:chExt cx="288032" cy="1659216"/>
          </a:xfrm>
        </p:grpSpPr>
        <p:sp>
          <p:nvSpPr>
            <p:cNvPr id="16" name="Oval 15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067944" y="2570056"/>
            <a:ext cx="288032" cy="1659216"/>
            <a:chOff x="2483792" y="2599392"/>
            <a:chExt cx="288032" cy="1659216"/>
          </a:xfrm>
        </p:grpSpPr>
        <p:sp>
          <p:nvSpPr>
            <p:cNvPr id="20" name="Oval 19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</p:spTree>
    <p:extLst>
      <p:ext uri="{BB962C8B-B14F-4D97-AF65-F5344CB8AC3E}">
        <p14:creationId xmlns:p14="http://schemas.microsoft.com/office/powerpoint/2010/main" val="960410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78827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87598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2483792" y="4696368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C910F9-CC25-4AF2-B1A6-C4C4B53D2124}"/>
              </a:ext>
            </a:extLst>
          </p:cNvPr>
          <p:cNvSpPr txBox="1"/>
          <p:nvPr/>
        </p:nvSpPr>
        <p:spPr>
          <a:xfrm>
            <a:off x="3059832" y="2535114"/>
            <a:ext cx="280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</a:t>
            </a:r>
            <a:r>
              <a:rPr lang="ru-RU" dirty="0"/>
              <a:t>2-й производной по Х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D075CC-D48D-4D41-914D-419A17511A15}"/>
              </a:ext>
            </a:extLst>
          </p:cNvPr>
          <p:cNvSpPr txBox="1"/>
          <p:nvPr/>
        </p:nvSpPr>
        <p:spPr>
          <a:xfrm>
            <a:off x="2411760" y="2062310"/>
            <a:ext cx="432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Узел задействован в аппроксимации</a:t>
            </a:r>
            <a:r>
              <a:rPr lang="en-US" dirty="0"/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E9ED92-77F9-4980-A323-02BC8727404B}"/>
              </a:ext>
            </a:extLst>
          </p:cNvPr>
          <p:cNvSpPr txBox="1"/>
          <p:nvPr/>
        </p:nvSpPr>
        <p:spPr>
          <a:xfrm>
            <a:off x="3059832" y="3241982"/>
            <a:ext cx="280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</a:t>
            </a:r>
            <a:r>
              <a:rPr lang="ru-RU" dirty="0"/>
              <a:t>нелинейной части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2A5F69-0994-4843-871A-2EF3300BB322}"/>
              </a:ext>
            </a:extLst>
          </p:cNvPr>
          <p:cNvSpPr txBox="1"/>
          <p:nvPr/>
        </p:nvSpPr>
        <p:spPr>
          <a:xfrm>
            <a:off x="3059832" y="3948850"/>
            <a:ext cx="280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</a:t>
            </a:r>
            <a:r>
              <a:rPr lang="ru-RU" dirty="0"/>
              <a:t> производной по </a:t>
            </a:r>
            <a:r>
              <a:rPr lang="en-US" dirty="0"/>
              <a:t>t 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FCAAAE-A348-403D-A322-45F9D2555CC8}"/>
              </a:ext>
            </a:extLst>
          </p:cNvPr>
          <p:cNvSpPr txBox="1"/>
          <p:nvPr/>
        </p:nvSpPr>
        <p:spPr>
          <a:xfrm>
            <a:off x="3059832" y="4655718"/>
            <a:ext cx="280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</a:t>
            </a:r>
            <a:r>
              <a:rPr lang="ru-RU" dirty="0"/>
              <a:t> не задействован</a:t>
            </a:r>
            <a:r>
              <a:rPr lang="en-US" dirty="0"/>
              <a:t> </a:t>
            </a:r>
            <a:r>
              <a:rPr lang="ru-RU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07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3792" y="764704"/>
            <a:ext cx="35868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BDW FO</a:t>
            </a:r>
          </a:p>
          <a:p>
            <a:r>
              <a:rPr lang="en-US" sz="3200" dirty="0"/>
              <a:t>SO – EXPLICIT</a:t>
            </a:r>
          </a:p>
          <a:p>
            <a:r>
              <a:rPr lang="en-US" sz="3200" dirty="0"/>
              <a:t>NL – EXPLICIT SO</a:t>
            </a:r>
          </a:p>
        </p:txBody>
      </p:sp>
    </p:spTree>
    <p:extLst>
      <p:ext uri="{BB962C8B-B14F-4D97-AF65-F5344CB8AC3E}">
        <p14:creationId xmlns:p14="http://schemas.microsoft.com/office/powerpoint/2010/main" val="2034181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BDW FO</a:t>
            </a:r>
          </a:p>
          <a:p>
            <a:r>
              <a:rPr lang="en-US" sz="3200" dirty="0"/>
              <a:t>SO – IMPLICIT</a:t>
            </a:r>
          </a:p>
          <a:p>
            <a:r>
              <a:rPr lang="en-US" sz="3200" dirty="0"/>
              <a:t>NL – EXPLICIT SO</a:t>
            </a:r>
          </a:p>
        </p:txBody>
      </p:sp>
    </p:spTree>
    <p:extLst>
      <p:ext uri="{BB962C8B-B14F-4D97-AF65-F5344CB8AC3E}">
        <p14:creationId xmlns:p14="http://schemas.microsoft.com/office/powerpoint/2010/main" val="519592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BDW FO</a:t>
            </a:r>
          </a:p>
          <a:p>
            <a:r>
              <a:rPr lang="en-US" sz="3200" dirty="0"/>
              <a:t>SO – IMPLICIT</a:t>
            </a:r>
          </a:p>
          <a:p>
            <a:r>
              <a:rPr lang="en-US" sz="3200" dirty="0"/>
              <a:t>NL – IMPLICIT SO</a:t>
            </a:r>
          </a:p>
        </p:txBody>
      </p:sp>
    </p:spTree>
    <p:extLst>
      <p:ext uri="{BB962C8B-B14F-4D97-AF65-F5344CB8AC3E}">
        <p14:creationId xmlns:p14="http://schemas.microsoft.com/office/powerpoint/2010/main" val="1201497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BDW FO</a:t>
            </a:r>
          </a:p>
          <a:p>
            <a:r>
              <a:rPr lang="en-US" sz="3200" dirty="0"/>
              <a:t>SO – CLARK-NICOLSON</a:t>
            </a:r>
          </a:p>
          <a:p>
            <a:r>
              <a:rPr lang="en-US" sz="3200" dirty="0"/>
              <a:t>NL – EXPLICIT SO</a:t>
            </a:r>
          </a:p>
        </p:txBody>
      </p:sp>
    </p:spTree>
    <p:extLst>
      <p:ext uri="{BB962C8B-B14F-4D97-AF65-F5344CB8AC3E}">
        <p14:creationId xmlns:p14="http://schemas.microsoft.com/office/powerpoint/2010/main" val="2373186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BDF2 FO</a:t>
            </a:r>
          </a:p>
          <a:p>
            <a:r>
              <a:rPr lang="en-US" sz="3200" dirty="0"/>
              <a:t>SO – IMPLICIT</a:t>
            </a:r>
          </a:p>
          <a:p>
            <a:r>
              <a:rPr lang="en-US" sz="3200" dirty="0"/>
              <a:t>NL – EXPLICIT SO</a:t>
            </a:r>
          </a:p>
        </p:txBody>
      </p:sp>
    </p:spTree>
    <p:extLst>
      <p:ext uri="{BB962C8B-B14F-4D97-AF65-F5344CB8AC3E}">
        <p14:creationId xmlns:p14="http://schemas.microsoft.com/office/powerpoint/2010/main" val="897661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BDW FO</a:t>
            </a:r>
          </a:p>
          <a:p>
            <a:r>
              <a:rPr lang="en-US" sz="3200" dirty="0"/>
              <a:t>SO – CLARK-NICOLSON</a:t>
            </a:r>
          </a:p>
          <a:p>
            <a:r>
              <a:rPr lang="en-US" sz="3200" dirty="0"/>
              <a:t>NL – IMPLICIT SO</a:t>
            </a:r>
          </a:p>
        </p:txBody>
      </p:sp>
    </p:spTree>
    <p:extLst>
      <p:ext uri="{BB962C8B-B14F-4D97-AF65-F5344CB8AC3E}">
        <p14:creationId xmlns:p14="http://schemas.microsoft.com/office/powerpoint/2010/main" val="3227603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BFD2</a:t>
            </a:r>
          </a:p>
          <a:p>
            <a:r>
              <a:rPr lang="en-US" sz="3200" dirty="0"/>
              <a:t>SO – CLARK-NICOLSON</a:t>
            </a:r>
          </a:p>
          <a:p>
            <a:r>
              <a:rPr lang="en-US" sz="3200" dirty="0"/>
              <a:t>NL – EXPLICIT SO</a:t>
            </a:r>
          </a:p>
        </p:txBody>
      </p:sp>
    </p:spTree>
    <p:extLst>
      <p:ext uri="{BB962C8B-B14F-4D97-AF65-F5344CB8AC3E}">
        <p14:creationId xmlns:p14="http://schemas.microsoft.com/office/powerpoint/2010/main" val="263049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- 1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+ 1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– BFD2</a:t>
            </a:r>
          </a:p>
          <a:p>
            <a:r>
              <a:rPr lang="en-US" sz="3200" dirty="0"/>
              <a:t>SO – CLARK-NICOLSON</a:t>
            </a:r>
          </a:p>
          <a:p>
            <a:r>
              <a:rPr lang="en-US" sz="3200" dirty="0"/>
              <a:t>NL – IMPLICIT SO</a:t>
            </a:r>
          </a:p>
        </p:txBody>
      </p:sp>
    </p:spTree>
    <p:extLst>
      <p:ext uri="{BB962C8B-B14F-4D97-AF65-F5344CB8AC3E}">
        <p14:creationId xmlns:p14="http://schemas.microsoft.com/office/powerpoint/2010/main" val="2277570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2660</TotalTime>
  <Words>218</Words>
  <Application>Microsoft Office PowerPoint</Application>
  <PresentationFormat>Экран (4:3)</PresentationFormat>
  <Paragraphs>83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Пользователь</cp:lastModifiedBy>
  <cp:revision>12</cp:revision>
  <dcterms:created xsi:type="dcterms:W3CDTF">2026-01-04T10:08:36Z</dcterms:created>
  <dcterms:modified xsi:type="dcterms:W3CDTF">2026-01-08T11:52:27Z</dcterms:modified>
</cp:coreProperties>
</file>