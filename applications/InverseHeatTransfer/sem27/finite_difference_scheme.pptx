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003E-A3D9-441F-A159-D43D7BE5B6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FE01-67C9-4C6D-A84A-52EE8820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594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003E-A3D9-441F-A159-D43D7BE5B6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FE01-67C9-4C6D-A84A-52EE8820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57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003E-A3D9-441F-A159-D43D7BE5B6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FE01-67C9-4C6D-A84A-52EE8820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95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003E-A3D9-441F-A159-D43D7BE5B6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FE01-67C9-4C6D-A84A-52EE8820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738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003E-A3D9-441F-A159-D43D7BE5B6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FE01-67C9-4C6D-A84A-52EE8820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003E-A3D9-441F-A159-D43D7BE5B6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FE01-67C9-4C6D-A84A-52EE8820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86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003E-A3D9-441F-A159-D43D7BE5B6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FE01-67C9-4C6D-A84A-52EE8820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2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003E-A3D9-441F-A159-D43D7BE5B6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FE01-67C9-4C6D-A84A-52EE8820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41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003E-A3D9-441F-A159-D43D7BE5B6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FE01-67C9-4C6D-A84A-52EE8820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62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003E-A3D9-441F-A159-D43D7BE5B6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FE01-67C9-4C6D-A84A-52EE8820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75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003E-A3D9-441F-A159-D43D7BE5B6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BFE01-67C9-4C6D-A84A-52EE8820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54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9003E-A3D9-441F-A159-D43D7BE5B659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BFE01-67C9-4C6D-A84A-52EE8820F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22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2483792" y="2570056"/>
            <a:ext cx="288032" cy="1659216"/>
            <a:chOff x="2483792" y="2599392"/>
            <a:chExt cx="288032" cy="1659216"/>
          </a:xfrm>
        </p:grpSpPr>
        <p:sp>
          <p:nvSpPr>
            <p:cNvPr id="4" name="Oval 3"/>
            <p:cNvSpPr/>
            <p:nvPr/>
          </p:nvSpPr>
          <p:spPr>
            <a:xfrm>
              <a:off x="2483792" y="2599392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2483792" y="3284984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2483792" y="3970576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275868" y="2570056"/>
            <a:ext cx="288032" cy="1659216"/>
            <a:chOff x="2483792" y="2599392"/>
            <a:chExt cx="288032" cy="1659216"/>
          </a:xfrm>
        </p:grpSpPr>
        <p:sp>
          <p:nvSpPr>
            <p:cNvPr id="16" name="Oval 15"/>
            <p:cNvSpPr/>
            <p:nvPr/>
          </p:nvSpPr>
          <p:spPr>
            <a:xfrm>
              <a:off x="2483792" y="2599392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2483792" y="3284984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2483792" y="3970576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67944" y="2570056"/>
            <a:ext cx="288032" cy="1659216"/>
            <a:chOff x="2483792" y="2599392"/>
            <a:chExt cx="288032" cy="1659216"/>
          </a:xfrm>
        </p:grpSpPr>
        <p:sp>
          <p:nvSpPr>
            <p:cNvPr id="20" name="Oval 19"/>
            <p:cNvSpPr/>
            <p:nvPr/>
          </p:nvSpPr>
          <p:spPr>
            <a:xfrm>
              <a:off x="2483792" y="2599392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2483792" y="3284984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2483792" y="3970576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763688" y="394124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m-1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763687" y="3214998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763686" y="2529406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m+1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365133" y="4335046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 - 1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277028" y="43270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912038" y="4335046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 + 1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410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483792" y="2570056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483792" y="3255648"/>
            <a:ext cx="288032" cy="288032"/>
          </a:xfrm>
          <a:prstGeom prst="ellipse">
            <a:avLst/>
          </a:prstGeom>
          <a:pattFill prst="wdDnDiag">
            <a:fgClr>
              <a:srgbClr val="00B050"/>
            </a:fgClr>
            <a:bgClr>
              <a:srgbClr val="FF0000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483792" y="394124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275868" y="2570056"/>
            <a:ext cx="288032" cy="28803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275868" y="3255648"/>
            <a:ext cx="288032" cy="288032"/>
          </a:xfrm>
          <a:prstGeom prst="ellipse">
            <a:avLst/>
          </a:prstGeom>
          <a:pattFill prst="wdDnDiag">
            <a:fgClr>
              <a:srgbClr val="FF0000"/>
            </a:fgClr>
            <a:bgClr>
              <a:schemeClr val="accent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275868" y="394124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4067944" y="2570056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4067944" y="3255648"/>
            <a:ext cx="288032" cy="288032"/>
          </a:xfrm>
          <a:prstGeom prst="ellipse">
            <a:avLst/>
          </a:prstGeom>
          <a:pattFill prst="wdDnDiag">
            <a:fgClr>
              <a:srgbClr val="00B050"/>
            </a:fgClr>
            <a:bgClr>
              <a:srgbClr val="FF0000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067944" y="394124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763688" y="394124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m-1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763687" y="3214998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763686" y="2529406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m+1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365133" y="4335046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 - 1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277028" y="43270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912038" y="4335046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 + 1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483792" y="764704"/>
            <a:ext cx="35868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time – BDW FO</a:t>
            </a:r>
          </a:p>
          <a:p>
            <a:r>
              <a:rPr lang="en-US" sz="3200" dirty="0" smtClean="0"/>
              <a:t>SO – EXPLICIT</a:t>
            </a:r>
          </a:p>
          <a:p>
            <a:r>
              <a:rPr lang="en-US" sz="3200" dirty="0" smtClean="0"/>
              <a:t>NL – EXPLICIT SO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34181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483792" y="2570056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483792" y="3255648"/>
            <a:ext cx="288032" cy="28803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483792" y="394124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275868" y="2570056"/>
            <a:ext cx="288032" cy="288032"/>
          </a:xfrm>
          <a:prstGeom prst="ellipse">
            <a:avLst/>
          </a:prstGeom>
          <a:pattFill prst="wdDnDiag">
            <a:fgClr>
              <a:srgbClr val="FF0000"/>
            </a:fgClr>
            <a:bgClr>
              <a:schemeClr val="accent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275868" y="3255648"/>
            <a:ext cx="288032" cy="288032"/>
          </a:xfrm>
          <a:prstGeom prst="ellipse">
            <a:avLst/>
          </a:prstGeom>
          <a:pattFill prst="wdDnDiag">
            <a:fgClr>
              <a:srgbClr val="FF0000"/>
            </a:fgClr>
            <a:bgClr>
              <a:schemeClr val="accent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275868" y="394124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4067944" y="2570056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4067944" y="3255648"/>
            <a:ext cx="288032" cy="288032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067944" y="394124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763688" y="394124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m-1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763687" y="3214998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763686" y="2529406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m+1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365133" y="4335046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 - 1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277028" y="43270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912038" y="4335046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 + 1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365133" y="692696"/>
            <a:ext cx="41044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time – BDW FO</a:t>
            </a:r>
          </a:p>
          <a:p>
            <a:r>
              <a:rPr lang="en-US" sz="3200" dirty="0" smtClean="0"/>
              <a:t>SO – IMPLICIT</a:t>
            </a:r>
          </a:p>
          <a:p>
            <a:r>
              <a:rPr lang="en-US" sz="3200" dirty="0" smtClean="0"/>
              <a:t>NL – EXPLICIT SO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19592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483792" y="2570056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483792" y="3255648"/>
            <a:ext cx="288032" cy="288032"/>
          </a:xfrm>
          <a:prstGeom prst="ellipse">
            <a:avLst/>
          </a:prstGeom>
          <a:pattFill prst="wdDnDiag">
            <a:fgClr>
              <a:srgbClr val="FF0000"/>
            </a:fgClr>
            <a:bgClr>
              <a:srgbClr val="00B050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483792" y="394124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275868" y="2570056"/>
            <a:ext cx="288032" cy="288032"/>
          </a:xfrm>
          <a:prstGeom prst="ellipse">
            <a:avLst/>
          </a:prstGeom>
          <a:pattFill prst="wdDnDiag">
            <a:fgClr>
              <a:srgbClr val="FF0000"/>
            </a:fgClr>
            <a:bgClr>
              <a:schemeClr val="accent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275868" y="3255648"/>
            <a:ext cx="288032" cy="288032"/>
          </a:xfrm>
          <a:prstGeom prst="ellipse">
            <a:avLst/>
          </a:prstGeom>
          <a:pattFill prst="wdDnDiag">
            <a:fgClr>
              <a:srgbClr val="FF0000"/>
            </a:fgClr>
            <a:bgClr>
              <a:schemeClr val="accent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275868" y="394124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4067944" y="2570056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4067944" y="3255648"/>
            <a:ext cx="288032" cy="288032"/>
          </a:xfrm>
          <a:prstGeom prst="ellipse">
            <a:avLst/>
          </a:prstGeom>
          <a:pattFill prst="wdDnDiag">
            <a:fgClr>
              <a:srgbClr val="FF0000"/>
            </a:fgClr>
            <a:bgClr>
              <a:srgbClr val="00B050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067944" y="394124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763688" y="394124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m-1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763687" y="3214998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763686" y="2529406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m+1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365133" y="4335046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 - 1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277028" y="43270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912038" y="4335046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 + 1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365133" y="692696"/>
            <a:ext cx="41044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time – BDW FO</a:t>
            </a:r>
          </a:p>
          <a:p>
            <a:r>
              <a:rPr lang="en-US" sz="3200" dirty="0" smtClean="0"/>
              <a:t>SO – CLARK-NICOLSON</a:t>
            </a:r>
          </a:p>
          <a:p>
            <a:r>
              <a:rPr lang="en-US" sz="3200" dirty="0" smtClean="0"/>
              <a:t>NL – EXPLICIT SO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73186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73</Words>
  <Application>Microsoft Office PowerPoint</Application>
  <PresentationFormat>On-screen Show (4:3)</PresentationFormat>
  <Paragraphs>33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</cp:revision>
  <dcterms:created xsi:type="dcterms:W3CDTF">2026-01-04T10:08:36Z</dcterms:created>
  <dcterms:modified xsi:type="dcterms:W3CDTF">2026-01-04T10:44:22Z</dcterms:modified>
</cp:coreProperties>
</file>