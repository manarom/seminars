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64" r:id="rId6"/>
    <p:sldId id="262" r:id="rId7"/>
    <p:sldId id="263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594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57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95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738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88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086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62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41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62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07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54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2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32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2483792" y="2570056"/>
            <a:ext cx="288032" cy="1659216"/>
            <a:chOff x="2483792" y="2599392"/>
            <a:chExt cx="288032" cy="1659216"/>
          </a:xfrm>
        </p:grpSpPr>
        <p:sp>
          <p:nvSpPr>
            <p:cNvPr id="4" name="Oval 3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275868" y="2570056"/>
            <a:ext cx="288032" cy="1659216"/>
            <a:chOff x="2483792" y="2599392"/>
            <a:chExt cx="288032" cy="1659216"/>
          </a:xfrm>
        </p:grpSpPr>
        <p:sp>
          <p:nvSpPr>
            <p:cNvPr id="16" name="Oval 15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067944" y="2570056"/>
            <a:ext cx="288032" cy="1659216"/>
            <a:chOff x="2483792" y="2599392"/>
            <a:chExt cx="288032" cy="1659216"/>
          </a:xfrm>
        </p:grpSpPr>
        <p:sp>
          <p:nvSpPr>
            <p:cNvPr id="20" name="Oval 19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410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2483792" y="764704"/>
            <a:ext cx="35868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EXPLICIT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34181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IMPLICIT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519592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IMPLICIT</a:t>
            </a:r>
          </a:p>
          <a:p>
            <a:r>
              <a:rPr lang="en-US" sz="3200" dirty="0" smtClean="0"/>
              <a:t>NL – </a:t>
            </a:r>
            <a:r>
              <a:rPr lang="en-US" sz="3200" dirty="0" smtClean="0"/>
              <a:t>IMPLICIT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01497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CLARK-NICOLSON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73186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CLARK-NICOLSON</a:t>
            </a:r>
          </a:p>
          <a:p>
            <a:r>
              <a:rPr lang="en-US" sz="3200" dirty="0" smtClean="0"/>
              <a:t>NL – </a:t>
            </a:r>
            <a:r>
              <a:rPr lang="en-US" sz="3200" dirty="0" smtClean="0"/>
              <a:t>IMPLICIT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227603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115</Words>
  <Application>Microsoft Office PowerPoint</Application>
  <PresentationFormat>On-screen Show (4:3)</PresentationFormat>
  <Paragraphs>51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7</cp:revision>
  <dcterms:created xsi:type="dcterms:W3CDTF">2026-01-04T10:08:36Z</dcterms:created>
  <dcterms:modified xsi:type="dcterms:W3CDTF">2026-01-04T11:07:40Z</dcterms:modified>
</cp:coreProperties>
</file>