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2" r:id="rId5"/>
    <p:sldId id="260" r:id="rId6"/>
    <p:sldId id="261" r:id="rId7"/>
    <p:sldId id="259" r:id="rId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3" d="100"/>
          <a:sy n="83" d="100"/>
        </p:scale>
        <p:origin x="-1426" y="-7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594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57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695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738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2881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0868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6232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2415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062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0751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9003E-A3D9-441F-A159-D43D7BE5B65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754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A9003E-A3D9-441F-A159-D43D7BE5B65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1BFE01-67C9-4C6D-A84A-52EE8820FD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23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3228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>
            <a:off x="2483792" y="2570056"/>
            <a:ext cx="288032" cy="1659216"/>
            <a:chOff x="2483792" y="2599392"/>
            <a:chExt cx="288032" cy="1659216"/>
          </a:xfrm>
        </p:grpSpPr>
        <p:sp>
          <p:nvSpPr>
            <p:cNvPr id="4" name="Oval 3"/>
            <p:cNvSpPr/>
            <p:nvPr/>
          </p:nvSpPr>
          <p:spPr>
            <a:xfrm>
              <a:off x="2483792" y="2599392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/>
            <p:cNvSpPr/>
            <p:nvPr/>
          </p:nvSpPr>
          <p:spPr>
            <a:xfrm>
              <a:off x="2483792" y="3284984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/>
            <p:cNvSpPr/>
            <p:nvPr/>
          </p:nvSpPr>
          <p:spPr>
            <a:xfrm>
              <a:off x="2483792" y="3970576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3275868" y="2570056"/>
            <a:ext cx="288032" cy="1659216"/>
            <a:chOff x="2483792" y="2599392"/>
            <a:chExt cx="288032" cy="1659216"/>
          </a:xfrm>
        </p:grpSpPr>
        <p:sp>
          <p:nvSpPr>
            <p:cNvPr id="16" name="Oval 15"/>
            <p:cNvSpPr/>
            <p:nvPr/>
          </p:nvSpPr>
          <p:spPr>
            <a:xfrm>
              <a:off x="2483792" y="2599392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2483792" y="3284984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2483792" y="3970576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067944" y="2570056"/>
            <a:ext cx="288032" cy="1659216"/>
            <a:chOff x="2483792" y="2599392"/>
            <a:chExt cx="288032" cy="1659216"/>
          </a:xfrm>
        </p:grpSpPr>
        <p:sp>
          <p:nvSpPr>
            <p:cNvPr id="20" name="Oval 19"/>
            <p:cNvSpPr/>
            <p:nvPr/>
          </p:nvSpPr>
          <p:spPr>
            <a:xfrm>
              <a:off x="2483792" y="2599392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/>
            <p:cNvSpPr/>
            <p:nvPr/>
          </p:nvSpPr>
          <p:spPr>
            <a:xfrm>
              <a:off x="2483792" y="3284984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/>
            <p:cNvSpPr/>
            <p:nvPr/>
          </p:nvSpPr>
          <p:spPr>
            <a:xfrm>
              <a:off x="2483792" y="3970576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TextBox 22"/>
          <p:cNvSpPr txBox="1"/>
          <p:nvPr/>
        </p:nvSpPr>
        <p:spPr>
          <a:xfrm>
            <a:off x="1763688" y="394124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m-1</a:t>
            </a:r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1763687" y="3214998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</a:t>
            </a:r>
            <a:endParaRPr lang="en-US" dirty="0"/>
          </a:p>
        </p:txBody>
      </p:sp>
      <p:sp>
        <p:nvSpPr>
          <p:cNvPr id="25" name="TextBox 24"/>
          <p:cNvSpPr txBox="1"/>
          <p:nvPr/>
        </p:nvSpPr>
        <p:spPr>
          <a:xfrm>
            <a:off x="1763686" y="252940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2365133" y="4335046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 - 1</a:t>
            </a:r>
            <a:endParaRPr lang="en-US" dirty="0"/>
          </a:p>
        </p:txBody>
      </p:sp>
      <p:sp>
        <p:nvSpPr>
          <p:cNvPr id="27" name="TextBox 26"/>
          <p:cNvSpPr txBox="1"/>
          <p:nvPr/>
        </p:nvSpPr>
        <p:spPr>
          <a:xfrm>
            <a:off x="3277028" y="43270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en-US" dirty="0"/>
          </a:p>
        </p:txBody>
      </p:sp>
      <p:sp>
        <p:nvSpPr>
          <p:cNvPr id="28" name="TextBox 27"/>
          <p:cNvSpPr txBox="1"/>
          <p:nvPr/>
        </p:nvSpPr>
        <p:spPr>
          <a:xfrm>
            <a:off x="3912038" y="4335046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 + 1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0410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2483792" y="2570056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483792" y="3255648"/>
            <a:ext cx="288032" cy="288032"/>
          </a:xfrm>
          <a:prstGeom prst="ellipse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483792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275868" y="2570056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275868" y="3255648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3275868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4067944" y="2570056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4067944" y="3255648"/>
            <a:ext cx="288032" cy="288032"/>
          </a:xfrm>
          <a:prstGeom prst="ellipse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4067944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1763688" y="394124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m-1</a:t>
            </a:r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1763687" y="3214998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</a:t>
            </a:r>
            <a:endParaRPr lang="en-US" dirty="0"/>
          </a:p>
        </p:txBody>
      </p:sp>
      <p:sp>
        <p:nvSpPr>
          <p:cNvPr id="25" name="TextBox 24"/>
          <p:cNvSpPr txBox="1"/>
          <p:nvPr/>
        </p:nvSpPr>
        <p:spPr>
          <a:xfrm>
            <a:off x="1763686" y="252940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2365133" y="4335046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 - 1</a:t>
            </a:r>
            <a:endParaRPr lang="en-US" dirty="0"/>
          </a:p>
        </p:txBody>
      </p:sp>
      <p:sp>
        <p:nvSpPr>
          <p:cNvPr id="27" name="TextBox 26"/>
          <p:cNvSpPr txBox="1"/>
          <p:nvPr/>
        </p:nvSpPr>
        <p:spPr>
          <a:xfrm>
            <a:off x="3277028" y="43270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en-US" dirty="0"/>
          </a:p>
        </p:txBody>
      </p:sp>
      <p:sp>
        <p:nvSpPr>
          <p:cNvPr id="28" name="TextBox 27"/>
          <p:cNvSpPr txBox="1"/>
          <p:nvPr/>
        </p:nvSpPr>
        <p:spPr>
          <a:xfrm>
            <a:off x="3912038" y="4335046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 + 1</a:t>
            </a:r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2365133" y="692696"/>
            <a:ext cx="41044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time – BDW FO</a:t>
            </a:r>
          </a:p>
          <a:p>
            <a:r>
              <a:rPr lang="en-US" sz="3200" dirty="0" smtClean="0"/>
              <a:t>SO – IMPLICIT</a:t>
            </a:r>
          </a:p>
          <a:p>
            <a:r>
              <a:rPr lang="en-US" sz="3200" dirty="0" smtClean="0"/>
              <a:t>NL – EXPLICIT SO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5195924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2483792" y="2570056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483792" y="3255648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rgbClr val="00B050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483792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275868" y="2570056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275868" y="3255648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3275868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4067944" y="2570056"/>
            <a:ext cx="288032" cy="288032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4067944" y="3255648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rgbClr val="00B050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4067944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1763688" y="394124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m-1</a:t>
            </a:r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1763687" y="3214998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</a:t>
            </a:r>
            <a:endParaRPr lang="en-US" dirty="0"/>
          </a:p>
        </p:txBody>
      </p:sp>
      <p:sp>
        <p:nvSpPr>
          <p:cNvPr id="25" name="TextBox 24"/>
          <p:cNvSpPr txBox="1"/>
          <p:nvPr/>
        </p:nvSpPr>
        <p:spPr>
          <a:xfrm>
            <a:off x="1763686" y="252940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2365133" y="4335046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 - 1</a:t>
            </a:r>
            <a:endParaRPr lang="en-US" dirty="0"/>
          </a:p>
        </p:txBody>
      </p:sp>
      <p:sp>
        <p:nvSpPr>
          <p:cNvPr id="27" name="TextBox 26"/>
          <p:cNvSpPr txBox="1"/>
          <p:nvPr/>
        </p:nvSpPr>
        <p:spPr>
          <a:xfrm>
            <a:off x="3277028" y="43270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en-US" dirty="0"/>
          </a:p>
        </p:txBody>
      </p:sp>
      <p:sp>
        <p:nvSpPr>
          <p:cNvPr id="28" name="TextBox 27"/>
          <p:cNvSpPr txBox="1"/>
          <p:nvPr/>
        </p:nvSpPr>
        <p:spPr>
          <a:xfrm>
            <a:off x="3912038" y="4335046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 + 1</a:t>
            </a:r>
            <a:endParaRPr 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2365133" y="692696"/>
            <a:ext cx="41044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time – BDW FO</a:t>
            </a:r>
          </a:p>
          <a:p>
            <a:r>
              <a:rPr lang="en-US" sz="3200" dirty="0" smtClean="0"/>
              <a:t>SO – CLARK-NICOLSON</a:t>
            </a:r>
          </a:p>
          <a:p>
            <a:r>
              <a:rPr lang="en-US" sz="3200" dirty="0" smtClean="0"/>
              <a:t>NL – EXPLICIT SO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373186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2483792" y="2570056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483792" y="3255648"/>
            <a:ext cx="288032" cy="288032"/>
          </a:xfrm>
          <a:prstGeom prst="ellipse">
            <a:avLst/>
          </a:prstGeom>
          <a:pattFill prst="wdDnDiag">
            <a:fgClr>
              <a:srgbClr val="00B050"/>
            </a:fgClr>
            <a:bgClr>
              <a:srgbClr val="FF0000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483792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275868" y="2570056"/>
            <a:ext cx="288032" cy="288032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275868" y="3255648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3275868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4067944" y="2570056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4067944" y="3255648"/>
            <a:ext cx="288032" cy="288032"/>
          </a:xfrm>
          <a:prstGeom prst="ellipse">
            <a:avLst/>
          </a:prstGeom>
          <a:pattFill prst="wdDnDiag">
            <a:fgClr>
              <a:srgbClr val="00B050"/>
            </a:fgClr>
            <a:bgClr>
              <a:srgbClr val="FF0000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4067944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1763688" y="394124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m-1</a:t>
            </a:r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1763687" y="3214998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</a:t>
            </a:r>
            <a:endParaRPr lang="en-US" dirty="0"/>
          </a:p>
        </p:txBody>
      </p:sp>
      <p:sp>
        <p:nvSpPr>
          <p:cNvPr id="25" name="TextBox 24"/>
          <p:cNvSpPr txBox="1"/>
          <p:nvPr/>
        </p:nvSpPr>
        <p:spPr>
          <a:xfrm>
            <a:off x="1763686" y="252940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2365133" y="4335046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 - 1</a:t>
            </a:r>
            <a:endParaRPr lang="en-US" dirty="0"/>
          </a:p>
        </p:txBody>
      </p:sp>
      <p:sp>
        <p:nvSpPr>
          <p:cNvPr id="27" name="TextBox 26"/>
          <p:cNvSpPr txBox="1"/>
          <p:nvPr/>
        </p:nvSpPr>
        <p:spPr>
          <a:xfrm>
            <a:off x="3277028" y="43270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en-US" dirty="0"/>
          </a:p>
        </p:txBody>
      </p:sp>
      <p:sp>
        <p:nvSpPr>
          <p:cNvPr id="28" name="TextBox 27"/>
          <p:cNvSpPr txBox="1"/>
          <p:nvPr/>
        </p:nvSpPr>
        <p:spPr>
          <a:xfrm>
            <a:off x="3912038" y="4335046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 + 1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2483792" y="764704"/>
            <a:ext cx="35868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time – BDW FO</a:t>
            </a:r>
          </a:p>
          <a:p>
            <a:r>
              <a:rPr lang="en-US" sz="3200" dirty="0" smtClean="0"/>
              <a:t>SO – EXPLICIT</a:t>
            </a:r>
          </a:p>
          <a:p>
            <a:r>
              <a:rPr lang="en-US" sz="3200" dirty="0" smtClean="0"/>
              <a:t>NL – EXPLICIT SO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034181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2483792" y="2570056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2483792" y="3255648"/>
            <a:ext cx="288032" cy="288032"/>
          </a:xfrm>
          <a:prstGeom prst="ellipse">
            <a:avLst/>
          </a:prstGeom>
          <a:pattFill prst="wdDnDiag">
            <a:fgClr>
              <a:srgbClr val="00B050"/>
            </a:fgClr>
            <a:bgClr>
              <a:srgbClr val="FF0000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483792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275868" y="2570056"/>
            <a:ext cx="288032" cy="288032"/>
          </a:xfrm>
          <a:prstGeom prst="ellipse">
            <a:avLst/>
          </a:prstGeom>
          <a:solidFill>
            <a:srgbClr val="0070C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275868" y="3255648"/>
            <a:ext cx="288032" cy="288032"/>
          </a:xfrm>
          <a:prstGeom prst="ellipse">
            <a:avLst/>
          </a:prstGeom>
          <a:pattFill prst="wdDnDiag">
            <a:fgClr>
              <a:srgbClr val="FF0000"/>
            </a:fgClr>
            <a:bgClr>
              <a:schemeClr val="accent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3275868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4067944" y="2570056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4067944" y="3255648"/>
            <a:ext cx="288032" cy="288032"/>
          </a:xfrm>
          <a:prstGeom prst="ellipse">
            <a:avLst/>
          </a:prstGeom>
          <a:pattFill prst="wdDnDiag">
            <a:fgClr>
              <a:srgbClr val="00B050"/>
            </a:fgClr>
            <a:bgClr>
              <a:srgbClr val="FF0000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4067944" y="3941240"/>
            <a:ext cx="288032" cy="28803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1763688" y="394124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m-1</a:t>
            </a:r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1763687" y="3214998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</a:t>
            </a:r>
            <a:endParaRPr lang="en-US" dirty="0"/>
          </a:p>
        </p:txBody>
      </p:sp>
      <p:sp>
        <p:nvSpPr>
          <p:cNvPr id="25" name="TextBox 24"/>
          <p:cNvSpPr txBox="1"/>
          <p:nvPr/>
        </p:nvSpPr>
        <p:spPr>
          <a:xfrm>
            <a:off x="1763686" y="252940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2365133" y="4335046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 - 1</a:t>
            </a:r>
            <a:endParaRPr lang="en-US" dirty="0"/>
          </a:p>
        </p:txBody>
      </p:sp>
      <p:sp>
        <p:nvSpPr>
          <p:cNvPr id="27" name="TextBox 26"/>
          <p:cNvSpPr txBox="1"/>
          <p:nvPr/>
        </p:nvSpPr>
        <p:spPr>
          <a:xfrm>
            <a:off x="3277028" y="43270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en-US" dirty="0"/>
          </a:p>
        </p:txBody>
      </p:sp>
      <p:sp>
        <p:nvSpPr>
          <p:cNvPr id="28" name="TextBox 27"/>
          <p:cNvSpPr txBox="1"/>
          <p:nvPr/>
        </p:nvSpPr>
        <p:spPr>
          <a:xfrm>
            <a:off x="3912038" y="4335046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 + 1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2483792" y="764704"/>
            <a:ext cx="358687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time – BDW FO</a:t>
            </a:r>
          </a:p>
          <a:p>
            <a:r>
              <a:rPr lang="en-US" sz="3200" dirty="0" smtClean="0"/>
              <a:t>SO – EXPLICIT</a:t>
            </a:r>
          </a:p>
          <a:p>
            <a:r>
              <a:rPr lang="en-US" sz="3200" dirty="0" smtClean="0"/>
              <a:t>NL – EXPLICIT SO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8408056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>
            <a:off x="2483792" y="2570056"/>
            <a:ext cx="288032" cy="1659216"/>
            <a:chOff x="2483792" y="2599392"/>
            <a:chExt cx="288032" cy="1659216"/>
          </a:xfrm>
        </p:grpSpPr>
        <p:sp>
          <p:nvSpPr>
            <p:cNvPr id="4" name="Oval 3"/>
            <p:cNvSpPr/>
            <p:nvPr/>
          </p:nvSpPr>
          <p:spPr>
            <a:xfrm>
              <a:off x="2483792" y="2599392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/>
            <p:cNvSpPr/>
            <p:nvPr/>
          </p:nvSpPr>
          <p:spPr>
            <a:xfrm>
              <a:off x="2483792" y="3284984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/>
            <p:cNvSpPr/>
            <p:nvPr/>
          </p:nvSpPr>
          <p:spPr>
            <a:xfrm>
              <a:off x="2483792" y="3970576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3275868" y="2570056"/>
            <a:ext cx="288032" cy="1659216"/>
            <a:chOff x="2483792" y="2599392"/>
            <a:chExt cx="288032" cy="1659216"/>
          </a:xfrm>
        </p:grpSpPr>
        <p:sp>
          <p:nvSpPr>
            <p:cNvPr id="16" name="Oval 15"/>
            <p:cNvSpPr/>
            <p:nvPr/>
          </p:nvSpPr>
          <p:spPr>
            <a:xfrm>
              <a:off x="2483792" y="2599392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2483792" y="3284984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2483792" y="3970576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067944" y="2570056"/>
            <a:ext cx="288032" cy="1659216"/>
            <a:chOff x="2483792" y="2599392"/>
            <a:chExt cx="288032" cy="1659216"/>
          </a:xfrm>
        </p:grpSpPr>
        <p:sp>
          <p:nvSpPr>
            <p:cNvPr id="20" name="Oval 19"/>
            <p:cNvSpPr/>
            <p:nvPr/>
          </p:nvSpPr>
          <p:spPr>
            <a:xfrm>
              <a:off x="2483792" y="2599392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/>
            <p:cNvSpPr/>
            <p:nvPr/>
          </p:nvSpPr>
          <p:spPr>
            <a:xfrm>
              <a:off x="2483792" y="3284984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/>
            <p:cNvSpPr/>
            <p:nvPr/>
          </p:nvSpPr>
          <p:spPr>
            <a:xfrm>
              <a:off x="2483792" y="3970576"/>
              <a:ext cx="288032" cy="28803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TextBox 22"/>
          <p:cNvSpPr txBox="1"/>
          <p:nvPr/>
        </p:nvSpPr>
        <p:spPr>
          <a:xfrm>
            <a:off x="1763688" y="3941240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m-1</a:t>
            </a:r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1763687" y="3214998"/>
            <a:ext cx="36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</a:t>
            </a:r>
            <a:endParaRPr lang="en-US" dirty="0"/>
          </a:p>
        </p:txBody>
      </p:sp>
      <p:sp>
        <p:nvSpPr>
          <p:cNvPr id="25" name="TextBox 24"/>
          <p:cNvSpPr txBox="1"/>
          <p:nvPr/>
        </p:nvSpPr>
        <p:spPr>
          <a:xfrm>
            <a:off x="1763686" y="252940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m+1</a:t>
            </a:r>
            <a:endParaRPr 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2365133" y="4335046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 - 1</a:t>
            </a:r>
            <a:endParaRPr lang="en-US" dirty="0"/>
          </a:p>
        </p:txBody>
      </p:sp>
      <p:sp>
        <p:nvSpPr>
          <p:cNvPr id="27" name="TextBox 26"/>
          <p:cNvSpPr txBox="1"/>
          <p:nvPr/>
        </p:nvSpPr>
        <p:spPr>
          <a:xfrm>
            <a:off x="3277028" y="432703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</a:t>
            </a:r>
            <a:endParaRPr lang="en-US" dirty="0"/>
          </a:p>
        </p:txBody>
      </p:sp>
      <p:sp>
        <p:nvSpPr>
          <p:cNvPr id="28" name="TextBox 27"/>
          <p:cNvSpPr txBox="1"/>
          <p:nvPr/>
        </p:nvSpPr>
        <p:spPr>
          <a:xfrm>
            <a:off x="3912038" y="4335046"/>
            <a:ext cx="644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n + 1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31325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104</Words>
  <Application>Microsoft Office PowerPoint</Application>
  <PresentationFormat>On-screen Show (4:3)</PresentationFormat>
  <Paragraphs>48</Paragraphs>
  <Slides>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4</cp:revision>
  <dcterms:created xsi:type="dcterms:W3CDTF">2026-01-04T10:08:36Z</dcterms:created>
  <dcterms:modified xsi:type="dcterms:W3CDTF">2026-01-04T10:41:14Z</dcterms:modified>
</cp:coreProperties>
</file>